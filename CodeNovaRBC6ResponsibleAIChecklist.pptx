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HACKATHON EVIDENCE TRAIL — DAY 2 &amp; FINAL JUDGING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Annex E — Responsible AI Checklist &amp;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Purpose &amp; Instructions: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This checklist establishes Responsible AI as a mandatory design requirement. Teams must evaluate necessity, data authorization, privacy, fairness, explainability, oversight, and failure handling. Complete on Day 2 and update prior to final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Team Name / ID: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CodeNova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Challenge Title: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Malaria outbreaks are often identified only after cases rise, leaving limited time for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Challenge-Owning Institution: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Rwanda Biomedical Centre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Responsible AI Lead: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CodeNova — Responsible AI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Technical Mentor / Trainer: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Assigned hackathon mentor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Date &amp; Version: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Day 2 / Final Judging — 30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Verdana"/>
              </a:defRPr>
            </a:pPr>
            <a:r>
              <a:t>Note: Completed template forms part of the hackathon evidence trail and is transferred to incubation for selected teams.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RESPONSIBLE AI CHECKLIST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Assessment — Necessity, Data, Privacy &amp;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3200400"/>
                <a:gridCol w="313913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Assessment Area &amp; Key Question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Status</a:t>
                      </a:r>
                    </a:p>
                    <a:p>
                      <a:r>
                        <a:t>(OK/Action/NA)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Evidence &amp; Identified Risks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Mitigation Strategy &amp; Owner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Necessity &amp; Proportionality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Is AI necessary, or would a simpler rule-based approach be sufficient?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ML separates anomalies from seasonality &amp; the resurgence and forecasts 1-4 weeks ahead; rules (mean+2SD) fire late &amp; can't localise or forecast.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Transparent WHO-threshold fallback retained. Owner: Tech Lead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Data Authorization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Is institutional/personal data lawfully and organizationally authorized for this use?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Action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Prototype uses public RBC-calibrated data; facility DHIS2/eLMIS is authorised-only.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Data-sharing agreement + DPIA before pilot. Owner: Data Lead / RBC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Privacy &amp; Safeguards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Does the solution process personal/sensitive data, and are safeguards defined?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No patient identifiers — aggregate case counts by area only.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Data minimisation; aggregate-first design. Owner: RAI Lead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Security &amp; Access Control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Are access controls, storage, transmission, and credential risks addressed?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Prototype is offline/local; production needs encryption, access control &amp; key management.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TLS + at-rest encryption, MoH SSO, RBAC, audit log. Owner: Tech Lead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Bias &amp; Fairness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Which user groups could be underrepresented, disadvantaged, or unfairly treated?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Action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Reporting completeness varies; low-burden/rural areas could be under- or over-flagged.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Model completeness; count-appropriate limits; equity-first allocation; stratified review. Owner: RAI Lead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RESPONSIBLE AI CHECKLIST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Assessment — Explainability, Oversight, Harm &amp; Recourse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3200400"/>
                <a:gridCol w="3139135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Assessment Area &amp; Key Question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Status</a:t>
                      </a:r>
                    </a:p>
                    <a:p>
                      <a:r>
                        <a:t>(OK/Action/NA)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Evidence &amp; Identified Risks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Mitigation Strategy &amp; Owner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Explainability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Can users and decision-makers understand how outputs are produced?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Every risk level lists its drivers (anomaly %, trend, forecast, rainfall lead, prevention gap).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Driver list + documented method. Owner: Tech Lead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Human Oversight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Where in the workflow must a human review, confirm, or override the system?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Verify-before-act: an officer confirms before any action is taken.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Checklist + override built into the workflow. Owner: District team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Failure Handling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What happens when the model makes errors or becomes unavailable?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On data outage the forecast degrades gracefully; stale-data flag; monthly review backstop.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Fallback loader + manual override. Owner: Tech Lead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Misuse &amp; Unintended Harm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How could the solution be misused or cause administrative/user harm?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Could be misread as blame/targeting; alert fatigue from false alarms.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Aggregate-only; verify-before-act; low-false-alarm tuning. Owner: RAI Lead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Accountability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Who holds institutional accountability for decisions supported by AI?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RBC MOPDD &amp; district decision-makers remain accountable; AI is decision-support only.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Named owners + full audit trail. Owner: RBC MOPDD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Post-Deployment Monitoring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What performance, drift, or fairness metrics should be monitored?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Detection lead time, false-alarm rate, model drift &amp; equity by area must be tracked.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Seasonal performance &amp; fairness review. Owner: RAI / Tech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User Recourse &amp; Escalation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Can an affected user question, appeal, or escalate an automated outcome?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OK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Officers can override &amp; flag wrong alerts; feedback improves the model.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Override logging + feedback loop. Owner: District team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CRITICAL GOVERNANCE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E1. Critical Red-Flag Review — Risk Screening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4008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 b="1">
                <a:solidFill>
                  <a:srgbClr val="991B1B"/>
                </a:solidFill>
                <a:latin typeface="Verdana"/>
              </a:defRPr>
            </a:pPr>
            <a:r>
              <a:t>⚠️ MANDATORY SCREENING: Any 'Red Flag Present = YES' requires a resolved action plan before proceeding to final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1: Unauthorized Data Use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Use of institutional, personal, or confidential data without clear organizational authorization.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No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Prototype uses public RBC-calibrated data; a formal data-sharing agreement + DPIA precede any real-data 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1488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2: Unresolved Critical Security / Legal Risk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Unresolved critical privacy, security, safety, or legal non-compliance risks.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No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Aggregate-only, no PII; production adds encryption, RBAC &amp; audit; aligned with Law 058/2021.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3: Autonomous Consequential Decisions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Consequential AI decision executed with no credible human oversight or override mechanism.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No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Verify-before-act — no action without human confirmation; the AI is advisory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2062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4: Unexplainable Model Outputs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Team cannot explain how an important model or system output is produced or utilized.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No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Every output lists its drivers; method documented; transparent baseline &amp; forecast.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JUDGING &amp; INCUBATION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Responsible AI Pitch Summary &amp; Governance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1. Responsible AI Pitch Summary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(Max 100 words for Judging Presentation)</a:t>
            </a:r>
          </a:p>
          <a:p>
            <a:pPr>
              <a:spcBef>
                <a:spcPts val="1200"/>
              </a:spcBef>
              <a:defRPr sz="1050">
                <a:solidFill>
                  <a:srgbClr val="64748B"/>
                </a:solidFill>
                <a:latin typeface="Verdana"/>
              </a:defRPr>
            </a:pPr>
            <a:r>
              <a:t>Umuburo AI keeps humans in control. It flags abnormal malaria rises early and localises them to the village, but never acts alone: every alert carries the evidence and a verification step a health officer completes before any response — verify-before-act. It uses aggregate surveillance data only, with no patient identifiers, and in production runs inside MoH/RBC systems with encryption, role-based access and a full audit trail, aligned with Rwanda's data-protection law (058/2021). Every risk level is explainable, listing its drivers. Prevention resources are steered to the most vulnerable, weakest-coverage districts first — fair by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2. Human-in-the-Loop Protocol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(Mandatory Oversight Mechanism)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Primary Reviewer Role: District Health Officer / RBC MOPDD analyst</a:t>
            </a:r>
            <a:br/>
            <a:br/>
            <a:r>
              <a:t>• Trigger for Human Intervention: any HIGH/WATCH alert (anomaly z above threshold) or emerging cluster</a:t>
            </a:r>
            <a:br/>
            <a:br/>
            <a:r>
              <a:t>• Override Authority: human decision supersedes the model; alerts can be dismissed as artefacts</a:t>
            </a:r>
            <a:br/>
            <a:br/>
            <a:r>
              <a:t>• Audit Logging: every alert, verification &amp; action is recorded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3. Sign-Off &amp; Incubation Commitments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(Handoff to Incubation Phase)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Responsible AI Lead Sign-off:</a:t>
            </a:r>
            <a:br/>
            <a:r>
              <a:t>CodeNova — Responsible AI Lead  /  ____________  /  29 Sep 2026</a:t>
            </a:r>
            <a:br/>
            <a:br/>
            <a:r>
              <a:t>Technical Mentor Sign-off:</a:t>
            </a:r>
            <a:br/>
            <a:r>
              <a:t>Assigned hackathon mentor  /  ____________  /  __________</a:t>
            </a:r>
            <a:br/>
            <a:br/>
            <a:r>
              <a:t>Open Incubation Governance Actions:</a:t>
            </a:r>
            <a:br/>
            <a:r>
              <a:t>1. Formal DPIA + data-sharing agreement with RBC / MoH</a:t>
            </a:r>
            <a:br/>
            <a:r>
              <a:t>2. External bias &amp; accuracy audit before the pilot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