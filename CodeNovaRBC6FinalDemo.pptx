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600"/>
              </a:spcAft>
              <a:defRPr sz="1200" b="1">
                <a:solidFill>
                  <a:srgbClr val="0F766E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spcAft>
                <a:spcPts val="800"/>
              </a:spcAft>
              <a:defRPr sz="2600" b="1">
                <a:solidFill>
                  <a:srgbClr val="0F172A"/>
                </a:solidFill>
                <a:latin typeface="Georgia"/>
              </a:defRPr>
            </a:pPr>
            <a:r>
              <a:t>Day 3 Final Demonstration &amp; Selection Pitch Deck</a:t>
            </a:r>
          </a:p>
          <a:p>
            <a:pPr>
              <a:spcAft>
                <a:spcPts val="2000"/>
              </a:spcAft>
              <a:defRPr sz="1300">
                <a:solidFill>
                  <a:srgbClr val="475569"/>
                </a:solidFill>
                <a:latin typeface="Verdana"/>
              </a:defRPr>
            </a:pPr>
            <a:r>
              <a:t>Standardized presentation structure and evidence submission trail for Day 3 judging panel evaluation.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Team Name / ID: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CodeNova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Challenge Title: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Malaria outbreaks are often identified only after cases rise, leaving limited time for response.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Challenge-Owning Institution:  </a:t>
            </a:r>
            <a:r>
              <a:rPr sz="1200">
                <a:solidFill>
                  <a:srgbClr val="475569"/>
                </a:solidFill>
                <a:latin typeface="Verdana"/>
              </a:rPr>
              <a:t>Rwanda Biomedical Centre (RBC)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Presenter(s):  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CodeNova team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Demo / Repository Link:        </a:t>
            </a:r>
            <a:r>
              <a:rPr sz="1200">
                <a:solidFill>
                  <a:srgbClr val="475569"/>
                </a:solidFill>
                <a:latin typeface="Verdana"/>
              </a:rPr>
              <a:t>Local prototype — dashboard/index.html (offline); source repo on request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Verdana"/>
              </a:rPr>
              <a:t>Date &amp; Session:                </a:t>
            </a:r>
            <a:r>
              <a:rPr sz="1200">
                <a:solidFill>
                  <a:srgbClr val="475569"/>
                </a:solidFill>
                <a:latin typeface="Verdana"/>
              </a:rPr>
              <a:t>Day 3 — Final Judging &amp; Selection Pitch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H1. Recommended Demo Flow — Part 1: Problem, User, Solution &amp; 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1. Problem Statement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is the government / public-service problem and why does it matter?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For malaria surveillance &amp; response teams in Huye &amp; Kirehe, reliance on routine trend review delays recognition of abnormal rises — response comes after cases climb. National incidence jumped 45 → 76 per 1,000 in a year (cases ~1.13M).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2. User &amp; Evidence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Who experiences it and what evidence validates the problem?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Users: district surveillance staff + RBC MOPDD. Evidence (RBC): 45 → 76/1,000, severe malaria +50% (1,969) with 67 deaths; ~15 districts = ~87% of burden; RBC cites 'insufficient granular data &amp; delayed decentralized use'.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3. Solution &amp; Impact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did the team build and what does it change?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Umuburo AI predicts &amp; localises abnormal patterns (district → village) 1-4 weeks ahead, explains why, and outputs a pre-season prevention plan — earlier, sharper, life-saving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4. Live Demo &amp; Workflow (2–3 min)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Show the core user journey and working artefact.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Sign in by role → Huye HIGH on the map → drill Huye → Tumba → Tumba A → village (net-use 57%) → verify-before-act alert → pre-season prevention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H1. Recommended Demo Flow — Part 2: Architecture, AI, Value &amp; Incubation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5. Technical Justification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Why this architecture and why AI, if AI is used?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Python pipeline: seasonal baseline + z-score anomaly + ridge forecast (case lags, 8-wk rainfall lag, temperature, seasonality). AI is needed to separate anomalies from seasonality/resurgence &amp; to forecast; WHO mean+2SD is kept as a transparent fallback.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37160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6. Responsible AI &amp; Safety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risks, safeguards and human oversight were considered?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Verify-before-act (a human confirms first); aggregate-only, no PII; RBAC + encryption + audit trail (production); explainable drivers; equity-first allocation; aligned with Law 058/2021.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7. Institutional Value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improves for the challenge-owning institution?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For RBC/MoH: earlier, targeted response; efficient prevention spend (nets/IRS/RDTs where they avert most); finer-grained surveillance; reusable for other outbreak-prone diseases on the DHIS2 backbone.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200"/>
              </a:spcAft>
              <a:defRPr sz="1500" b="1">
                <a:solidFill>
                  <a:srgbClr val="0F766E"/>
                </a:solidFill>
                <a:latin typeface="Georgia"/>
              </a:defRPr>
            </a:pPr>
            <a:r>
              <a:t>8. Incubation Plan (45 sec)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What must be built / validated next during incubation?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1) DHIS2/eLMIS data-sharing agreement + DPIA; 2) live pilot in Huye &amp; Kirehe with district teams; 3) model tuning (GBM/LSTM) + fairness audit + human-in-the-loop logging.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H2. Submission Checklist — Hackathon Evidence Trail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51657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Required Evidence Item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Status (Ready?)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Location / Link / Verification Note</a:t>
                      </a:r>
                    </a:p>
                  </a:txBody>
                  <a:tcPr marT="50800" marB="50800" marL="76200" marR="76200">
                    <a:solidFill>
                      <a:srgbClr val="1E293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Validated Problem Statement (Annex A)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CodeNovaRBC6ProblemFramingCanvas.pptx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User &amp; Stakeholder Map (Annex B)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CodeNovaRBC6UserStakeholderMap.pptx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Data Reality Check (Annex C)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docs/03_data_reality_check.md (+ data/sources.md)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Solution &amp; Technical Architecture Canvas (Annex D)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CodeNovaRBC6SolutionArchitecture.pptx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Responsible AI Checklist (Annex E)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CodeNovaRBC6ResponsibleAIChecklist.pptx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Demonstrable Prototype / PoC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dashboard/index.html + model/ai_pipeline.py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Challenge-Owner / User Feedback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Pending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To gather from RBC MOPDD focal person (IGIRANEZA Kevin SAFI)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Incubation Backlog &amp; Next-Step Plan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docs/06_pitch_deck.md + Annex H slide 5</a:t>
                      </a:r>
                    </a:p>
                  </a:txBody>
                  <a:tcPr marT="50800" marB="50800" marL="76200" marR="76200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Pitch / Final Demo Deck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766E"/>
                          </a:solidFill>
                          <a:latin typeface="Verdana"/>
                        </a:defRPr>
                      </a:pPr>
                      <a:r>
                        <a:t>Ready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  <a:latin typeface="Verdana"/>
                        </a:defRPr>
                      </a:pPr>
                      <a:r>
                        <a:t>CodeNovaRBC6FinalDemo.pptx</a:t>
                      </a:r>
                    </a:p>
                  </a:txBody>
                  <a:tcPr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spcAft>
                <a:spcPts val="200"/>
              </a:spcAft>
              <a:defRPr sz="1000" b="1">
                <a:solidFill>
                  <a:srgbClr val="CCFBF1"/>
                </a:solidFill>
                <a:latin typeface="Verdana"/>
              </a:defRPr>
            </a:pPr>
            <a:r>
              <a:t>ANNEX H — FINAL DEMO TEMPLATE</a:t>
            </a:r>
          </a:p>
          <a:p>
            <a:pPr>
              <a:defRPr sz="2000" b="1">
                <a:solidFill>
                  <a:srgbClr val="FFFFFF"/>
                </a:solidFill>
                <a:latin typeface="Georgia"/>
              </a:defRPr>
            </a:pPr>
            <a:r>
              <a:t>H3. Final Team Pitch Statement &amp; Incubation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  <a:latin typeface="Georgia"/>
              </a:defRPr>
            </a:pPr>
            <a:r>
              <a:t>Core Pitch Statements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1. What problem did you validate?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"For malaria surveillance teams in Huye &amp; Kirehe, routine trend review delays recognition of abnormal rises, resulting in response only after cases climb."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2. What did you build?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"We built Umuburo AI, an AI early-warning &amp; prevention layer that predicts and localises abnormal patterns to village level, with verify-before-act oversight."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3. Why should this team continue into incubation?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"CodeNova combines health-data, ML and full-stack skills, has a working prototype and a clear DHIS2 integration path to a live pilot in ~12 weeks."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516575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0F766E"/>
                </a:solidFill>
                <a:latin typeface="Georgia"/>
              </a:defRPr>
            </a:pPr>
            <a:r>
              <a:t>Top Three Incubation Priorities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1: Real Data Integration &amp; Security Clearance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Move from RBC-calibrated data to authorised DHIS2/eLMIS via a data-sharing agreement + DPIA. Owner: Data Lead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2: User Co-Design &amp; Pilot Testing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Co-design &amp; usability testing with Huye/Kirehe district teams; refine drill-down &amp; alerts. Owner: Product Lead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Priority 3: Model Tuning &amp; Governance Validation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Model tuning (GBM/LSTM), fairness &amp; accuracy evaluation, human-in-the-loop logging. Owner: AI Lead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695" y="162000"/>
            <a:ext cx="900000" cy="859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